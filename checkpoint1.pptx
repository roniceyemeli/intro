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79800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3906465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101862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2F28DD0-5F44-4BDA-96DC-60CF3B5DE7FA}" type="datetimeFigureOut">
              <a:rPr lang="fr-FR" smtClean="0"/>
              <a:t>22/03/2021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243832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2F28DD0-5F44-4BDA-96DC-60CF3B5DE7FA}" type="datetimeFigureOut">
              <a:rPr lang="fr-FR" smtClean="0"/>
              <a:t>22/03/2021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407465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2F28DD0-5F44-4BDA-96DC-60CF3B5DE7FA}" type="datetimeFigureOut">
              <a:rPr lang="fr-FR" smtClean="0"/>
              <a:t>22/03/2021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1492198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2F28DD0-5F44-4BDA-96DC-60CF3B5DE7FA}" type="datetimeFigureOut">
              <a:rPr lang="fr-FR" smtClean="0"/>
              <a:t>22/03/2021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33023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2F28DD0-5F44-4BDA-96DC-60CF3B5DE7FA}" type="datetimeFigureOut">
              <a:rPr lang="fr-FR" smtClean="0"/>
              <a:t>22/03/2021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488070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2F28DD0-5F44-4BDA-96DC-60CF3B5DE7FA}" type="datetimeFigureOut">
              <a:rPr lang="fr-FR" smtClean="0"/>
              <a:t>22/03/2021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12274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283946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963E77A-8E40-4F83-BE0B-4A1FF7F8A44B}" type="slidenum">
              <a:rPr lang="fr-FR" smtClean="0"/>
              <a:t>‹N°›</a:t>
            </a:fld>
            <a:endParaRPr lang="fr-FR"/>
          </a:p>
        </p:txBody>
      </p:sp>
    </p:spTree>
    <p:extLst>
      <p:ext uri="{BB962C8B-B14F-4D97-AF65-F5344CB8AC3E}">
        <p14:creationId xmlns:p14="http://schemas.microsoft.com/office/powerpoint/2010/main" val="548817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F28DD0-5F44-4BDA-96DC-60CF3B5DE7FA}" type="datetimeFigureOut">
              <a:rPr lang="fr-FR" smtClean="0"/>
              <a:t>22/03/2021</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63E77A-8E40-4F83-BE0B-4A1FF7F8A44B}" type="slidenum">
              <a:rPr lang="fr-FR" smtClean="0"/>
              <a:t>‹N°›</a:t>
            </a:fld>
            <a:endParaRPr lang="fr-FR"/>
          </a:p>
        </p:txBody>
      </p:sp>
    </p:spTree>
    <p:extLst>
      <p:ext uri="{BB962C8B-B14F-4D97-AF65-F5344CB8AC3E}">
        <p14:creationId xmlns:p14="http://schemas.microsoft.com/office/powerpoint/2010/main" val="1849028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dementor.io/learn-programming/12-important-things-to-include-in-web-dev-portfolios" TargetMode="External"/><Relationship Id="rId2" Type="http://schemas.openxmlformats.org/officeDocument/2006/relationships/hyperlink" Target="https://www.sitepoint.com/how-to-create-a-portfolio-site-that-will-get-you-hire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areerexplorer.com/careers/back-end-developer/" TargetMode="External"/><Relationship Id="rId2" Type="http://schemas.openxmlformats.org/officeDocument/2006/relationships/hyperlink" Target="https://www.careerexplorer.com/careers/front-end-developer/" TargetMode="External"/><Relationship Id="rId1" Type="http://schemas.openxmlformats.org/officeDocument/2006/relationships/slideLayout" Target="../slideLayouts/slideLayout2.xml"/><Relationship Id="rId5" Type="http://schemas.openxmlformats.org/officeDocument/2006/relationships/hyperlink" Target="https://www.careerexplorer.com/careers/javascript-developer/" TargetMode="External"/><Relationship Id="rId4" Type="http://schemas.openxmlformats.org/officeDocument/2006/relationships/hyperlink" Target="https://www.careerexplorer.com/careers/full-stack-develop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87522" y="358088"/>
            <a:ext cx="9144000" cy="1320586"/>
          </a:xfrm>
        </p:spPr>
        <p:txBody>
          <a:bodyPr>
            <a:normAutofit fontScale="90000"/>
          </a:bodyPr>
          <a:lstStyle/>
          <a:p>
            <a:r>
              <a:rPr lang="fr-FR" dirty="0" smtClean="0">
                <a:latin typeface="Arial" panose="020B0604020202020204" pitchFamily="34" charset="0"/>
                <a:cs typeface="Arial" panose="020B0604020202020204" pitchFamily="34" charset="0"/>
              </a:rPr>
              <a:t>How </a:t>
            </a:r>
            <a:r>
              <a:rPr lang="fr-FR" dirty="0" err="1" smtClean="0">
                <a:latin typeface="Arial" panose="020B0604020202020204" pitchFamily="34" charset="0"/>
                <a:cs typeface="Arial" panose="020B0604020202020204" pitchFamily="34" charset="0"/>
              </a:rPr>
              <a:t>does</a:t>
            </a:r>
            <a:r>
              <a:rPr lang="fr-FR" dirty="0" smtClean="0">
                <a:latin typeface="Arial" panose="020B0604020202020204" pitchFamily="34" charset="0"/>
                <a:cs typeface="Arial" panose="020B0604020202020204" pitchFamily="34" charset="0"/>
              </a:rPr>
              <a:t> the web </a:t>
            </a:r>
            <a:r>
              <a:rPr lang="en-US" dirty="0" smtClean="0">
                <a:latin typeface="Arial" panose="020B0604020202020204" pitchFamily="34" charset="0"/>
                <a:cs typeface="Arial" panose="020B0604020202020204" pitchFamily="34" charset="0"/>
              </a:rPr>
              <a:t>Works</a:t>
            </a:r>
            <a:r>
              <a:rPr lang="fr-FR" dirty="0" smtClean="0">
                <a:latin typeface="Arial" panose="020B0604020202020204" pitchFamily="34" charset="0"/>
                <a:cs typeface="Arial" panose="020B0604020202020204" pitchFamily="34" charset="0"/>
              </a:rPr>
              <a:t>?</a:t>
            </a:r>
            <a:endParaRPr lang="fr-FR" dirty="0">
              <a:latin typeface="Arial" panose="020B0604020202020204" pitchFamily="34" charset="0"/>
              <a:cs typeface="Arial" panose="020B0604020202020204" pitchFamily="34" charset="0"/>
            </a:endParaRPr>
          </a:p>
        </p:txBody>
      </p:sp>
      <p:sp>
        <p:nvSpPr>
          <p:cNvPr id="3" name="Sous-titre 2"/>
          <p:cNvSpPr>
            <a:spLocks noGrp="1"/>
          </p:cNvSpPr>
          <p:nvPr>
            <p:ph type="subTitle" idx="1"/>
          </p:nvPr>
        </p:nvSpPr>
        <p:spPr>
          <a:xfrm>
            <a:off x="1524000" y="2019869"/>
            <a:ext cx="9144000" cy="3916907"/>
          </a:xfrm>
        </p:spPr>
        <p:txBody>
          <a:bodyPr>
            <a:normAutofit/>
          </a:bodyPr>
          <a:lstStyle/>
          <a:p>
            <a:r>
              <a:rPr lang="en-US" sz="1900" dirty="0">
                <a:latin typeface="Arial" panose="020B0604020202020204" pitchFamily="34" charset="0"/>
                <a:cs typeface="Arial" panose="020B0604020202020204" pitchFamily="34" charset="0"/>
              </a:rPr>
              <a:t>The web is a system for publishing pages of information on the internet, and for linking pages together using links.</a:t>
            </a:r>
          </a:p>
          <a:p>
            <a:r>
              <a:rPr lang="en-US" sz="1900" dirty="0">
                <a:latin typeface="Arial" panose="020B0604020202020204" pitchFamily="34" charset="0"/>
                <a:cs typeface="Arial" panose="020B0604020202020204" pitchFamily="34" charset="0"/>
              </a:rPr>
              <a:t>Anyone can publish a page by uploading it to a web server. Anyone can read that page by typing its address into a web browser. This makes it very easy for people to share documents even if they are using what would otherwise be incompatible computers. In fact, that’s exactly why Tim Berners-Lee invented the World Wide Web in the early 1990s.</a:t>
            </a:r>
          </a:p>
          <a:p>
            <a:r>
              <a:rPr lang="en-US" sz="1900" dirty="0">
                <a:latin typeface="Arial" panose="020B0604020202020204" pitchFamily="34" charset="0"/>
                <a:cs typeface="Arial" panose="020B0604020202020204" pitchFamily="34" charset="0"/>
              </a:rPr>
              <a:t>The web would be useful but annoying if you had to type the precise address - the URL (uniform resource locator) - for every page you wanted. Fortunately, you don’t have to. Web pages can include embedded links or ’hyperlinks’, so simply clicking the link will take you to that page. Following a trail of links is called ‘web surfing’.</a:t>
            </a:r>
          </a:p>
          <a:p>
            <a:endParaRPr lang="fr-FR" dirty="0"/>
          </a:p>
        </p:txBody>
      </p:sp>
    </p:spTree>
    <p:extLst>
      <p:ext uri="{BB962C8B-B14F-4D97-AF65-F5344CB8AC3E}">
        <p14:creationId xmlns:p14="http://schemas.microsoft.com/office/powerpoint/2010/main" val="129510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What</a:t>
            </a:r>
            <a:r>
              <a:rPr lang="en-US" dirty="0">
                <a:latin typeface="Arial" panose="020B0604020202020204" pitchFamily="34" charset="0"/>
                <a:cs typeface="Arial" panose="020B0604020202020204" pitchFamily="34" charset="0"/>
              </a:rPr>
              <a:t> do you need to be a web developer?</a:t>
            </a:r>
            <a:br>
              <a:rPr lang="en-US" dirty="0">
                <a:latin typeface="Arial" panose="020B0604020202020204" pitchFamily="34" charset="0"/>
                <a:cs typeface="Arial" panose="020B0604020202020204" pitchFamily="34" charset="0"/>
              </a:rPr>
            </a:br>
            <a:r>
              <a:rPr lang="en-US" dirty="0"/>
              <a:t/>
            </a:r>
            <a:br>
              <a:rPr lang="en-US" dirty="0"/>
            </a:br>
            <a:endParaRPr lang="fr-FR" dirty="0"/>
          </a:p>
        </p:txBody>
      </p:sp>
      <p:sp>
        <p:nvSpPr>
          <p:cNvPr id="4" name="Rectangle 3"/>
          <p:cNvSpPr/>
          <p:nvPr/>
        </p:nvSpPr>
        <p:spPr>
          <a:xfrm>
            <a:off x="545910" y="1690688"/>
            <a:ext cx="11232108" cy="47101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Arial" panose="020B0604020202020204" pitchFamily="34" charset="0"/>
                <a:cs typeface="Arial" panose="020B0604020202020204" pitchFamily="34" charset="0"/>
              </a:rPr>
              <a:t>While there are no formal or specific qualifications required to become a web developer, a numerate degree in a subject such as </a:t>
            </a:r>
            <a:r>
              <a:rPr lang="en-US" dirty="0" err="1">
                <a:latin typeface="Arial" panose="020B0604020202020204" pitchFamily="34" charset="0"/>
                <a:cs typeface="Arial" panose="020B0604020202020204" pitchFamily="34" charset="0"/>
              </a:rPr>
              <a:t>maths</a:t>
            </a:r>
            <a:r>
              <a:rPr lang="en-US" dirty="0">
                <a:latin typeface="Arial" panose="020B0604020202020204" pitchFamily="34" charset="0"/>
                <a:cs typeface="Arial" panose="020B0604020202020204" pitchFamily="34" charset="0"/>
              </a:rPr>
              <a:t> or science will be useful.</a:t>
            </a:r>
          </a:p>
          <a:p>
            <a:r>
              <a:rPr lang="en-US" dirty="0">
                <a:latin typeface="Arial" panose="020B0604020202020204" pitchFamily="34" charset="0"/>
                <a:cs typeface="Arial" panose="020B0604020202020204" pitchFamily="34" charset="0"/>
              </a:rPr>
              <a:t>You should also ideally have an aptitude for - or experience of - elements such as:</a:t>
            </a:r>
          </a:p>
          <a:p>
            <a:r>
              <a:rPr lang="en-US" dirty="0">
                <a:latin typeface="Arial" panose="020B0604020202020204" pitchFamily="34" charset="0"/>
                <a:cs typeface="Arial" panose="020B0604020202020204" pitchFamily="34" charset="0"/>
              </a:rPr>
              <a:t>-</a:t>
            </a:r>
            <a:r>
              <a:rPr lang="en-US" dirty="0" smtClean="0">
                <a:latin typeface="Arial" panose="020B0604020202020204" pitchFamily="34" charset="0"/>
                <a:cs typeface="Arial" panose="020B0604020202020204" pitchFamily="34" charset="0"/>
              </a:rPr>
              <a:t>User </a:t>
            </a:r>
            <a:r>
              <a:rPr lang="en-US" dirty="0">
                <a:latin typeface="Arial" panose="020B0604020202020204" pitchFamily="34" charset="0"/>
                <a:cs typeface="Arial" panose="020B0604020202020204" pitchFamily="34" charset="0"/>
              </a:rPr>
              <a:t>experience (UX)</a:t>
            </a:r>
          </a:p>
          <a:p>
            <a:r>
              <a:rPr lang="en-US" dirty="0" smtClean="0">
                <a:latin typeface="Arial" panose="020B0604020202020204" pitchFamily="34" charset="0"/>
                <a:cs typeface="Arial" panose="020B0604020202020204" pitchFamily="34" charset="0"/>
              </a:rPr>
              <a:t>-User </a:t>
            </a:r>
            <a:r>
              <a:rPr lang="en-US" dirty="0">
                <a:latin typeface="Arial" panose="020B0604020202020204" pitchFamily="34" charset="0"/>
                <a:cs typeface="Arial" panose="020B0604020202020204" pitchFamily="34" charset="0"/>
              </a:rPr>
              <a:t>interface (UI)</a:t>
            </a:r>
          </a:p>
          <a:p>
            <a:r>
              <a:rPr lang="en-US" dirty="0" smtClean="0">
                <a:latin typeface="Arial" panose="020B0604020202020204" pitchFamily="34" charset="0"/>
                <a:cs typeface="Arial" panose="020B0604020202020204" pitchFamily="34" charset="0"/>
              </a:rPr>
              <a:t>-Visual </a:t>
            </a:r>
            <a:r>
              <a:rPr lang="en-US" dirty="0">
                <a:latin typeface="Arial" panose="020B0604020202020204" pitchFamily="34" charset="0"/>
                <a:cs typeface="Arial" panose="020B0604020202020204" pitchFamily="34" charset="0"/>
              </a:rPr>
              <a:t>design</a:t>
            </a:r>
          </a:p>
          <a:p>
            <a:r>
              <a:rPr lang="en-US" dirty="0" smtClean="0">
                <a:latin typeface="Arial" panose="020B0604020202020204" pitchFamily="34" charset="0"/>
                <a:cs typeface="Arial" panose="020B0604020202020204" pitchFamily="34" charset="0"/>
              </a:rPr>
              <a:t>-Coding </a:t>
            </a:r>
            <a:r>
              <a:rPr lang="en-US" dirty="0">
                <a:latin typeface="Arial" panose="020B0604020202020204" pitchFamily="34" charset="0"/>
                <a:cs typeface="Arial" panose="020B0604020202020204" pitchFamily="34" charset="0"/>
              </a:rPr>
              <a:t>languages including HTML and CSS</a:t>
            </a:r>
          </a:p>
          <a:p>
            <a:r>
              <a:rPr lang="en-US" dirty="0" smtClean="0">
                <a:latin typeface="Arial" panose="020B0604020202020204" pitchFamily="34" charset="0"/>
                <a:cs typeface="Arial" panose="020B0604020202020204" pitchFamily="34" charset="0"/>
              </a:rPr>
              <a:t>-Frontend </a:t>
            </a:r>
            <a:r>
              <a:rPr lang="en-US" dirty="0">
                <a:latin typeface="Arial" panose="020B0604020202020204" pitchFamily="34" charset="0"/>
                <a:cs typeface="Arial" panose="020B0604020202020204" pitchFamily="34" charset="0"/>
              </a:rPr>
              <a:t>web programing languages and skills such as JavaScript, Ajax and web animation techniques</a:t>
            </a:r>
          </a:p>
          <a:p>
            <a:r>
              <a:rPr lang="en-US" dirty="0" smtClean="0">
                <a:latin typeface="Arial" panose="020B0604020202020204" pitchFamily="34" charset="0"/>
                <a:cs typeface="Arial" panose="020B0604020202020204" pitchFamily="34" charset="0"/>
              </a:rPr>
              <a:t>-Backend </a:t>
            </a:r>
            <a:r>
              <a:rPr lang="en-US" dirty="0">
                <a:latin typeface="Arial" panose="020B0604020202020204" pitchFamily="34" charset="0"/>
                <a:cs typeface="Arial" panose="020B0604020202020204" pitchFamily="34" charset="0"/>
              </a:rPr>
              <a:t>web programing languages such as C# or Java, PHP and Ruby</a:t>
            </a:r>
          </a:p>
          <a:p>
            <a:r>
              <a:rPr lang="en-US" dirty="0" smtClean="0">
                <a:latin typeface="Arial" panose="020B0604020202020204" pitchFamily="34" charset="0"/>
                <a:cs typeface="Arial" panose="020B0604020202020204" pitchFamily="34" charset="0"/>
              </a:rPr>
              <a:t>-Design </a:t>
            </a:r>
            <a:r>
              <a:rPr lang="en-US" dirty="0">
                <a:latin typeface="Arial" panose="020B0604020202020204" pitchFamily="34" charset="0"/>
                <a:cs typeface="Arial" panose="020B0604020202020204" pitchFamily="34" charset="0"/>
              </a:rPr>
              <a:t>software like Photoshop and Illustrator and Sketch</a:t>
            </a:r>
          </a:p>
          <a:p>
            <a:r>
              <a:rPr lang="en-US" dirty="0" smtClean="0">
                <a:latin typeface="Arial" panose="020B0604020202020204" pitchFamily="34" charset="0"/>
                <a:cs typeface="Arial" panose="020B0604020202020204" pitchFamily="34" charset="0"/>
              </a:rPr>
              <a:t>-An </a:t>
            </a:r>
            <a:r>
              <a:rPr lang="en-US" dirty="0">
                <a:latin typeface="Arial" panose="020B0604020202020204" pitchFamily="34" charset="0"/>
                <a:cs typeface="Arial" panose="020B0604020202020204" pitchFamily="34" charset="0"/>
              </a:rPr>
              <a:t>understanding of SEO</a:t>
            </a:r>
          </a:p>
          <a:p>
            <a:r>
              <a:rPr lang="en-US" dirty="0" smtClean="0">
                <a:latin typeface="Arial" panose="020B0604020202020204" pitchFamily="34" charset="0"/>
                <a:cs typeface="Arial" panose="020B0604020202020204" pitchFamily="34" charset="0"/>
              </a:rPr>
              <a:t>-Web </a:t>
            </a:r>
            <a:r>
              <a:rPr lang="en-US" dirty="0">
                <a:latin typeface="Arial" panose="020B0604020202020204" pitchFamily="34" charset="0"/>
                <a:cs typeface="Arial" panose="020B0604020202020204" pitchFamily="34" charset="0"/>
              </a:rPr>
              <a:t>servers and how they function</a:t>
            </a:r>
          </a:p>
          <a:p>
            <a:pPr algn="ctr"/>
            <a:endParaRPr lang="fr-FR" dirty="0"/>
          </a:p>
        </p:txBody>
      </p:sp>
    </p:spTree>
    <p:extLst>
      <p:ext uri="{BB962C8B-B14F-4D97-AF65-F5344CB8AC3E}">
        <p14:creationId xmlns:p14="http://schemas.microsoft.com/office/powerpoint/2010/main" val="219009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3331" y="150125"/>
            <a:ext cx="10809027" cy="6441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Arial" panose="020B0604020202020204" pitchFamily="34" charset="0"/>
                <a:cs typeface="Arial" panose="020B0604020202020204" pitchFamily="34" charset="0"/>
              </a:rPr>
              <a:t>A career as a web developer is very </a:t>
            </a:r>
            <a:r>
              <a:rPr lang="en-US" dirty="0" err="1">
                <a:latin typeface="Arial" panose="020B0604020202020204" pitchFamily="34" charset="0"/>
                <a:cs typeface="Arial" panose="020B0604020202020204" pitchFamily="34" charset="0"/>
              </a:rPr>
              <a:t>specialised</a:t>
            </a:r>
            <a:r>
              <a:rPr lang="en-US" dirty="0">
                <a:latin typeface="Arial" panose="020B0604020202020204" pitchFamily="34" charset="0"/>
                <a:cs typeface="Arial" panose="020B0604020202020204" pitchFamily="34" charset="0"/>
              </a:rPr>
              <a:t>. While programs such as Adobe Dreamweaver and platforms such as </a:t>
            </a:r>
            <a:r>
              <a:rPr lang="en-US" dirty="0" err="1">
                <a:latin typeface="Arial" panose="020B0604020202020204" pitchFamily="34" charset="0"/>
                <a:cs typeface="Arial" panose="020B0604020202020204" pitchFamily="34" charset="0"/>
              </a:rPr>
              <a:t>WordPress</a:t>
            </a:r>
            <a:r>
              <a:rPr lang="en-US" dirty="0">
                <a:latin typeface="Arial" panose="020B0604020202020204" pitchFamily="34" charset="0"/>
                <a:cs typeface="Arial" panose="020B0604020202020204" pitchFamily="34" charset="0"/>
              </a:rPr>
              <a:t> are often perceived to take the place of core coding skills - and they do indeed allow novice users to create sites with basic knowledge - developing sites for corporate clients requires high levels of </a:t>
            </a:r>
            <a:r>
              <a:rPr lang="en-US" dirty="0" err="1">
                <a:latin typeface="Arial" panose="020B0604020202020204" pitchFamily="34" charset="0"/>
                <a:cs typeface="Arial" panose="020B0604020202020204" pitchFamily="34" charset="0"/>
              </a:rPr>
              <a:t>customisation</a:t>
            </a:r>
            <a:r>
              <a:rPr lang="en-US" dirty="0">
                <a:latin typeface="Arial" panose="020B0604020202020204" pitchFamily="34" charset="0"/>
                <a:cs typeface="Arial" panose="020B0604020202020204" pitchFamily="34" charset="0"/>
              </a:rPr>
              <a:t> which cannot be met with the use of programs such as Adobe Dreamweaver, as web developers are required to code in the raw language of the web.</a:t>
            </a:r>
          </a:p>
          <a:p>
            <a:r>
              <a:rPr lang="en-US" dirty="0">
                <a:latin typeface="Arial" panose="020B0604020202020204" pitchFamily="34" charset="0"/>
                <a:cs typeface="Arial" panose="020B0604020202020204" pitchFamily="34" charset="0"/>
              </a:rPr>
              <a:t>A portfolio of your work is an ideal way to demonstrate your skills as a developer. Aim to include:</a:t>
            </a:r>
          </a:p>
          <a:p>
            <a:r>
              <a:rPr lang="en-US" dirty="0" smtClean="0">
                <a:latin typeface="Arial" panose="020B0604020202020204" pitchFamily="34" charset="0"/>
                <a:cs typeface="Arial" panose="020B0604020202020204" pitchFamily="34" charset="0"/>
              </a:rPr>
              <a:t>1- Examples </a:t>
            </a:r>
            <a:r>
              <a:rPr lang="en-US" dirty="0">
                <a:latin typeface="Arial" panose="020B0604020202020204" pitchFamily="34" charset="0"/>
                <a:cs typeface="Arial" panose="020B0604020202020204" pitchFamily="34" charset="0"/>
              </a:rPr>
              <a:t>of websites you've worked on - this allows you to share the work you have completed and helps to show prospective clients what you can do</a:t>
            </a:r>
          </a:p>
          <a:p>
            <a:r>
              <a:rPr lang="en-US" dirty="0" smtClean="0">
                <a:latin typeface="Arial" panose="020B0604020202020204" pitchFamily="34" charset="0"/>
                <a:cs typeface="Arial" panose="020B0604020202020204" pitchFamily="34" charset="0"/>
              </a:rPr>
              <a:t>2-Testimonials </a:t>
            </a:r>
            <a:r>
              <a:rPr lang="en-US" dirty="0">
                <a:latin typeface="Arial" panose="020B0604020202020204" pitchFamily="34" charset="0"/>
                <a:cs typeface="Arial" panose="020B0604020202020204" pitchFamily="34" charset="0"/>
              </a:rPr>
              <a:t>from clients you have previously worked with - this will reassure prospective clients that you have completed work for other clients and they were happy with what you delivered. Always ask any clients you work for to provide a testimonial once you complete a project</a:t>
            </a:r>
          </a:p>
          <a:p>
            <a:r>
              <a:rPr lang="en-US" dirty="0" smtClean="0">
                <a:latin typeface="Arial" panose="020B0604020202020204" pitchFamily="34" charset="0"/>
                <a:cs typeface="Arial" panose="020B0604020202020204" pitchFamily="34" charset="0"/>
              </a:rPr>
              <a:t>3-Your </a:t>
            </a:r>
            <a:r>
              <a:rPr lang="en-US" dirty="0">
                <a:latin typeface="Arial" panose="020B0604020202020204" pitchFamily="34" charset="0"/>
                <a:cs typeface="Arial" panose="020B0604020202020204" pitchFamily="34" charset="0"/>
              </a:rPr>
              <a:t>USPs - this is the ideal way to really sell yourself to prospective clients, showing what makes you stand out and why they should choose you over other developers</a:t>
            </a:r>
          </a:p>
          <a:p>
            <a:r>
              <a:rPr lang="en-US" dirty="0" smtClean="0">
                <a:latin typeface="Arial" panose="020B0604020202020204" pitchFamily="34" charset="0"/>
                <a:cs typeface="Arial" panose="020B0604020202020204" pitchFamily="34" charset="0"/>
              </a:rPr>
              <a:t>4-Your </a:t>
            </a:r>
            <a:r>
              <a:rPr lang="en-US" dirty="0">
                <a:latin typeface="Arial" panose="020B0604020202020204" pitchFamily="34" charset="0"/>
                <a:cs typeface="Arial" panose="020B0604020202020204" pitchFamily="34" charset="0"/>
              </a:rPr>
              <a:t>contact details - your name, email address, telephone number and social media handles, plus a link to your portfolio</a:t>
            </a:r>
          </a:p>
          <a:p>
            <a:r>
              <a:rPr lang="en-US" dirty="0" smtClean="0">
                <a:latin typeface="Arial" panose="020B0604020202020204" pitchFamily="34" charset="0"/>
                <a:cs typeface="Arial" panose="020B0604020202020204" pitchFamily="34" charset="0"/>
              </a:rPr>
              <a:t>Resources </a:t>
            </a:r>
            <a:r>
              <a:rPr lang="en-US" dirty="0">
                <a:latin typeface="Arial" panose="020B0604020202020204" pitchFamily="34" charset="0"/>
                <a:cs typeface="Arial" panose="020B0604020202020204" pitchFamily="34" charset="0"/>
              </a:rPr>
              <a:t>you may find helpful in building your portfolio include:</a:t>
            </a:r>
          </a:p>
          <a:p>
            <a:r>
              <a:rPr lang="en-US" dirty="0" err="1">
                <a:latin typeface="Arial" panose="020B0604020202020204" pitchFamily="34" charset="0"/>
                <a:cs typeface="Arial" panose="020B0604020202020204" pitchFamily="34" charset="0"/>
                <a:hlinkClick r:id="rId2"/>
              </a:rPr>
              <a:t>Sitepoint</a:t>
            </a:r>
            <a:r>
              <a:rPr lang="en-US" dirty="0">
                <a:latin typeface="Arial" panose="020B0604020202020204" pitchFamily="34" charset="0"/>
                <a:cs typeface="Arial" panose="020B0604020202020204" pitchFamily="34" charset="0"/>
              </a:rPr>
              <a:t>- tips on how to create a portfolio site to get you hired</a:t>
            </a:r>
          </a:p>
          <a:p>
            <a:r>
              <a:rPr lang="en-US" dirty="0" err="1">
                <a:latin typeface="Arial" panose="020B0604020202020204" pitchFamily="34" charset="0"/>
                <a:cs typeface="Arial" panose="020B0604020202020204" pitchFamily="34" charset="0"/>
                <a:hlinkClick r:id="rId3"/>
              </a:rPr>
              <a:t>Codementor</a:t>
            </a:r>
            <a:r>
              <a:rPr lang="en-US" dirty="0">
                <a:latin typeface="Arial" panose="020B0604020202020204" pitchFamily="34" charset="0"/>
                <a:cs typeface="Arial" panose="020B0604020202020204" pitchFamily="34" charset="0"/>
              </a:rPr>
              <a:t> - advice on elements you should always include in your portfolio</a:t>
            </a:r>
          </a:p>
          <a:p>
            <a:r>
              <a:rPr lang="en-US" dirty="0">
                <a:latin typeface="Arial" panose="020B0604020202020204" pitchFamily="34" charset="0"/>
                <a:cs typeface="Arial" panose="020B0604020202020204" pitchFamily="34" charset="0"/>
              </a:rPr>
              <a:t>If you are considering which subjects may stand you in good stead for a career in web development, consider numeracy-based subjects such as </a:t>
            </a:r>
            <a:r>
              <a:rPr lang="en-US" dirty="0" err="1">
                <a:latin typeface="Arial" panose="020B0604020202020204" pitchFamily="34" charset="0"/>
                <a:cs typeface="Arial" panose="020B0604020202020204" pitchFamily="34" charset="0"/>
              </a:rPr>
              <a:t>maths</a:t>
            </a:r>
            <a:r>
              <a:rPr lang="en-US" dirty="0">
                <a:latin typeface="Arial" panose="020B0604020202020204" pitchFamily="34" charset="0"/>
                <a:cs typeface="Arial" panose="020B0604020202020204" pitchFamily="34" charset="0"/>
              </a:rPr>
              <a:t> or science, plus subjects such as computer science.</a:t>
            </a:r>
          </a:p>
          <a:p>
            <a:pPr algn="ctr"/>
            <a:endParaRPr lang="fr-FR" dirty="0"/>
          </a:p>
        </p:txBody>
      </p:sp>
    </p:spTree>
    <p:extLst>
      <p:ext uri="{BB962C8B-B14F-4D97-AF65-F5344CB8AC3E}">
        <p14:creationId xmlns:p14="http://schemas.microsoft.com/office/powerpoint/2010/main" val="47604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latin typeface="Arial" panose="020B0604020202020204" pitchFamily="34" charset="0"/>
                <a:cs typeface="Arial" panose="020B0604020202020204" pitchFamily="34" charset="0"/>
              </a:rPr>
              <a:t>What’s the role of a web </a:t>
            </a:r>
            <a:r>
              <a:rPr lang="en-US" dirty="0" smtClean="0">
                <a:latin typeface="Arial" panose="020B0604020202020204" pitchFamily="34" charset="0"/>
                <a:cs typeface="Arial" panose="020B0604020202020204" pitchFamily="34" charset="0"/>
              </a:rPr>
              <a:t>developer</a:t>
            </a:r>
            <a:endParaRPr lang="fr-FR" dirty="0"/>
          </a:p>
        </p:txBody>
      </p:sp>
      <p:sp>
        <p:nvSpPr>
          <p:cNvPr id="4" name="Rectangle 3"/>
          <p:cNvSpPr/>
          <p:nvPr/>
        </p:nvSpPr>
        <p:spPr>
          <a:xfrm>
            <a:off x="696036" y="1690688"/>
            <a:ext cx="10931857" cy="46964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Arial" panose="020B0604020202020204" pitchFamily="34" charset="0"/>
                <a:cs typeface="Arial" panose="020B0604020202020204" pitchFamily="34" charset="0"/>
              </a:rPr>
              <a:t>A web developer builds and maintains websites with the client and consumer in mind. That is, the end design must include products and services offered and show how users may access these. For example, a customer may want a form to capture an end user’s e-mail to request additional information, provide a newsletter, or thank a customer for their business.</a:t>
            </a:r>
          </a:p>
          <a:p>
            <a:r>
              <a:rPr lang="en-US" dirty="0">
                <a:latin typeface="Arial" panose="020B0604020202020204" pitchFamily="34" charset="0"/>
                <a:cs typeface="Arial" panose="020B0604020202020204" pitchFamily="34" charset="0"/>
              </a:rPr>
              <a:t>One type of developer may focus on setting up the back end of a site (back-end developer) while another may focus on the client side to add style and functionality to the website itself (front-end developer).</a:t>
            </a:r>
          </a:p>
          <a:p>
            <a:r>
              <a:rPr lang="en-US" dirty="0">
                <a:latin typeface="Arial" panose="020B0604020202020204" pitchFamily="34" charset="0"/>
                <a:cs typeface="Arial" panose="020B0604020202020204" pitchFamily="34" charset="0"/>
              </a:rPr>
              <a:t>The work is typically very project-focused and involves collaborating with a team of people who help coordinate the client's needs with the end product. Work may include meeting with clients to discuss their needs and requirements for a website or discuss how to keep their website functioning and up-to-date. Web developers typically construct the layout of a website, creating a visually interesting home page and user-friendly design, and may sometimes write content for the website. After a website is up and running, developers make sure that the site is functional on all web browsers, testing and updating as needed.</a:t>
            </a:r>
          </a:p>
          <a:p>
            <a:r>
              <a:rPr lang="en-US" dirty="0">
                <a:latin typeface="Arial" panose="020B0604020202020204" pitchFamily="34" charset="0"/>
                <a:cs typeface="Arial" panose="020B0604020202020204" pitchFamily="34" charset="0"/>
              </a:rPr>
              <a:t>Web developers are familiar with technology and understand how computers and web servers operate. They are also very familiar with many software programs, web applications and web programming languages, such as hypertext markup language (HTML), JavaScript (JS), Ruby on Rails, and C++. They must be able to communicate effectively, set goals and meet deadlines.</a:t>
            </a:r>
          </a:p>
          <a:p>
            <a:pPr algn="ctr"/>
            <a:endParaRPr lang="fr-FR" dirty="0"/>
          </a:p>
        </p:txBody>
      </p:sp>
    </p:spTree>
    <p:extLst>
      <p:ext uri="{BB962C8B-B14F-4D97-AF65-F5344CB8AC3E}">
        <p14:creationId xmlns:p14="http://schemas.microsoft.com/office/powerpoint/2010/main" val="2668399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6854" y="696036"/>
            <a:ext cx="11232107" cy="5909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Types of Web Developers:</a:t>
            </a:r>
          </a:p>
          <a:p>
            <a:r>
              <a:rPr lang="en-US" dirty="0">
                <a:hlinkClick r:id="rId2"/>
              </a:rPr>
              <a:t>Front-End Developers</a:t>
            </a:r>
            <a:r>
              <a:rPr lang="en-US" dirty="0"/>
              <a:t> - A front-end developer is a web developer that codes the front end of a website. While web design is the way a website looks, front end development is how that design actually gets implemented on the web.</a:t>
            </a:r>
          </a:p>
          <a:p>
            <a:r>
              <a:rPr lang="en-US" dirty="0">
                <a:hlinkClick r:id="rId3"/>
              </a:rPr>
              <a:t>Back-End Developers</a:t>
            </a:r>
            <a:r>
              <a:rPr lang="en-US" dirty="0"/>
              <a:t> - A back-end developer is someone who builds and maintains the technology needed to power the components which enable the user-facing side of a website to exist. Their back end code adds utility to everything the front-end designer creates.</a:t>
            </a:r>
          </a:p>
          <a:p>
            <a:r>
              <a:rPr lang="en-US" dirty="0">
                <a:hlinkClick r:id="rId4"/>
              </a:rPr>
              <a:t>Full Stack Developers</a:t>
            </a:r>
            <a:r>
              <a:rPr lang="en-US" dirty="0"/>
              <a:t> - Full stack developers understand how every part of the web development process takes place and can guide on strategy and best practices. These developers will have an increasingly important role in the web development of the future, and are able to look at the 'big picture'. They are knowledgeable with the server side as well as the client side’s user experience.</a:t>
            </a:r>
          </a:p>
          <a:p>
            <a:r>
              <a:rPr lang="en-US" dirty="0">
                <a:hlinkClick r:id="rId5"/>
              </a:rPr>
              <a:t>JavaScript Developers</a:t>
            </a:r>
            <a:r>
              <a:rPr lang="en-US" dirty="0"/>
              <a:t> - JavaScript (JS) is a type of web programming language that is supported across all web browsers and tools, and is the language that gives JavaScript developers control and power to create, enhance and modify websites. Even though a JavaScript developer typically works on the front-end, the programming language itself is not limited to front-end use only.</a:t>
            </a:r>
          </a:p>
          <a:p>
            <a:pPr algn="ctr"/>
            <a:endParaRPr lang="fr-FR" dirty="0"/>
          </a:p>
        </p:txBody>
      </p:sp>
    </p:spTree>
    <p:extLst>
      <p:ext uri="{BB962C8B-B14F-4D97-AF65-F5344CB8AC3E}">
        <p14:creationId xmlns:p14="http://schemas.microsoft.com/office/powerpoint/2010/main" val="413195757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839</Words>
  <Application>Microsoft Office PowerPoint</Application>
  <PresentationFormat>Grand écran</PresentationFormat>
  <Paragraphs>36</Paragraphs>
  <Slides>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Arial</vt:lpstr>
      <vt:lpstr>Calibri</vt:lpstr>
      <vt:lpstr>Calibri Light</vt:lpstr>
      <vt:lpstr>Thème Office</vt:lpstr>
      <vt:lpstr>How does the web Works?</vt:lpstr>
      <vt:lpstr>  What do you need to be a web developer?  </vt:lpstr>
      <vt:lpstr>Présentation PowerPoint</vt:lpstr>
      <vt:lpstr>What’s the role of a web developer</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the web Works?</dc:title>
  <dc:creator>Compte Microsoft</dc:creator>
  <cp:lastModifiedBy>Compte Microsoft</cp:lastModifiedBy>
  <cp:revision>2</cp:revision>
  <dcterms:created xsi:type="dcterms:W3CDTF">2021-03-22T16:41:31Z</dcterms:created>
  <dcterms:modified xsi:type="dcterms:W3CDTF">2021-03-22T16:53:27Z</dcterms:modified>
</cp:coreProperties>
</file>